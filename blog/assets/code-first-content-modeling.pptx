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ENABLEMENT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Content Modeling in Optimizely SaaS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13232" y="4160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guide: why the CMS behaves the way it does, and how we work with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" y="52120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= 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52120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5212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=  CMS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Dubai  ·  Optimizely SaaS + Next.js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I edit this field?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moment on the project: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 switched Site Settings to Arabic and tried to edit a navigation label. The field would not budge.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opened the content type to change a setting, and the options were greyed out with Save disabled.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reaction: "It is SaaS, why will it not let me edit this?"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bug and not a permission. It is how code-first works.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92240" y="141732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0" y="1600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property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0" y="21945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1945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Type: Block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2670048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6700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Unique value per language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6560" y="3145536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14553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Property indexing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3621024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36210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Display name  (editable)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766560" y="4096512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40965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Help text  (editable)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921240" y="46360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4636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5193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locked · only cosmetics editable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idea: two layers, two owners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/  SCHEMA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CODE  ·  edited in the repo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 and their fields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kinds and validation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field is per-language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 the CMS UI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DCFCE7"/>
          </a:solidFill>
          <a:ln w="15875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/  VALUES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AUTHORS  ·  edited in the CMS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text, images, references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per language (EN, AR, …)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Created, translated, and published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editable in the CMS UI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CMS locks the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is code-managed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80160" y="19385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created by our push, so its structure belongs to the repo, not the admin UI.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here would cause drift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1729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UI and the code disagreed, they would fight over the truth.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push would win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80160" y="44074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always syncs last, so a UI change would be silently overwritten.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FF6FF"/>
          </a:solidFill>
          <a:ln w="15875">
            <a:solidFill>
              <a:srgbClr val="2456A6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structure is read-only wherever code owns it. Greyed fields are the platform protecting you from a conflict you cannot win.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model. We chose one.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UI-first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types together in the admin.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start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one CMS only, invisible to Git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review or track history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reproduce across environments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EFF6FF"/>
          </a:solidFill>
          <a:ln w="15875">
            <a:solidFill>
              <a:srgbClr val="2456A6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  (our choice)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types in code, then push.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6060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repo, reviewed in PRs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and rollback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on every environment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 small push workflow, not a click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 pattern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 ·  .NET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classes with content-type attributes   →   deploy the app   →   the CMS syncs the model on startup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5875">
            <a:solidFill>
              <a:srgbClr val="2456A6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 ·  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definitions   →   run opti-push (management API)   →   the CMS gets the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discipline, different toolchain. Developers own the model in source control; the CMS is the runtime.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end to end</a:t>
            </a:r>
            <a:endParaRPr lang="en-US" sz="3200" dirty="0"/>
          </a:p>
        </p:txBody>
      </p:sp>
      <p:pic>
        <p:nvPicPr>
          <p:cNvPr id="3" name="Image 0" descr="/Users/nikkipunjabi/Downloads/files/code-first/code-first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1325880"/>
            <a:ext cx="81381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workflow, step by step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9385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environment, so the push tool can reach that instance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/ edit the type in code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fields, kinds, and per-language behaviour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it + build its component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6817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app knows how to render the type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1508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model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03720" y="19385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push is the real validator; a dry run does not catch what the CMS rejects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92608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edit + translate content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03720" y="33101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new model, in the CMS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29768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03720" y="46817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indexes it and the front-end renders per language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model changes are equal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DCFCE7"/>
          </a:solidFill>
          <a:ln w="15875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·  applies instantly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optional field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help text or display name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content type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 ·  needs --force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1945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field from shared to per-language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retype an existing field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could move or lose data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5875">
            <a:solidFill>
              <a:srgbClr val="2456A6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48056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this project:  </a:t>
            </a:r>
            <a:pPr indent="0" marL="0">
              <a:buNone/>
            </a:pPr>
            <a:r>
              <a:rPr lang="en-US" sz="15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translate the navigation we flipped a field from shared to per-language. The push accepted it but flagged it as breaking. The rule: back up the current values, force it, then verify nothing was lost.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4630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Code-managed types are read-only in the UI for structure. Change the code, then push.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 model push like a deploy: it goes through PR review.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200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environments in sync by pushing the same config to each.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069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breaking changes on anything that alters existing data. Back up, force, verify.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37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why you cannot edit? Ask which layer it is. Model goes to code; content stays in the CMS.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865376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6916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two owners: the model belongs to code, the content to authors.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066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53288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Greyed structure fields are a feature: they keep the CMS from drifting from the repo.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47872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37413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trades a click for repeatability, review, and clean multi-environment setup.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2153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same discipline a .NET Optimizely developer already practises.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5230368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05663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changes flow through code and a push; breaking ones deserve a backup and a verify.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2026-08-18T09:52:51Z</dcterms:created>
  <dcterms:modified xsi:type="dcterms:W3CDTF">2026-08-18T09:52:51Z</dcterms:modified>
</cp:coreProperties>
</file>